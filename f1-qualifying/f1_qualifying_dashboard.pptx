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	Top-3 qualifiers' podium rate by year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Where qualifying decides the race (top-3 qualifiers who reach the podium)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The further back you start, the further back you finish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	Average start vs finish position by team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Model vs qualifying baseline: podium picks right, by year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fb673e31-dc93-4879-9ff6-62efe0da77c6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0a86ec604f0c4d80" /><Relationship Type="http://schemas.openxmlformats.org/officeDocument/2006/relationships/slideLayout" Target="/ppt/slideLayouts/slideLayout8.xml" Id="Rf3da549af52d4712" /><Relationship Type="http://schemas.openxmlformats.org/officeDocument/2006/relationships/hyperlink" Target="https://app.powerbi.com/groups/me/reports/fb673e31-dc93-4879-9ff6-62efe0da77c6/?pbi_source=PowerPoint" TargetMode="External" Id="RelId0" /><Relationship Type="http://schemas.openxmlformats.org/officeDocument/2006/relationships/image" Target="/ppt/media/image4.png" Id="imgId194183769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F1_post1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10/7/2026 4:03:33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10/7/2026 4:02:24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textbox ,&#9;Top-3 qualifiers' podium rate by year ,textbox ,textbox ,Where qualifying decides the race (top-3 qualifiers who reach the podium) ,cardVisual ,cardVisual ,The further back you start, the further back you finish ,&#9;Average start vs finish position by team ,Model vs qualifying baseline: podium picks right, by year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9418376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1950" y="0"/>
            <a:ext cx="114490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Circuts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</cp:revision>
  <dcterms:created xsi:type="dcterms:W3CDTF">2016-09-04T11:54:55Z</dcterms:created>
  <dcterms:modified xsi:type="dcterms:W3CDTF">2020-11-25T15:29:01Z</dcterms:modified>
</cp:coreProperties>
</file>